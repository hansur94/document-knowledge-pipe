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2024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 Growth &amp; Strategic Initiatives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$4.2M (+18% YoY)</a:t>
            </a:r>
          </a:p>
          <a:p>
            <a:r>
              <a:t>• New customer acquisition: 142 accounts</a:t>
            </a:r>
          </a:p>
          <a:p>
            <a:r>
              <a:t>• Churn rate reduced to 3.1%</a:t>
            </a:r>
          </a:p>
          <a:p>
            <a:r>
              <a:t>• ARPU increased to $295/month</a:t>
            </a:r>
          </a:p>
          <a:p>
            <a:r>
              <a:t>• Enterprise segment grew 32%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migration: 78% complete (target: Q4)</a:t>
            </a:r>
          </a:p>
          <a:p>
            <a:r>
              <a:t>• AI-powered analytics: Beta launched with 50 customers</a:t>
            </a:r>
          </a:p>
          <a:p>
            <a:r>
              <a:t>• International expansion: UK office opened</a:t>
            </a:r>
          </a:p>
          <a:p>
            <a:r>
              <a:t>• Partner ecosystem: 12 new integrations</a:t>
            </a:r>
          </a:p>
          <a:p>
            <a:r>
              <a:t>• SOC 2 Type II certification achieved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target: $4.8M</a:t>
            </a:r>
          </a:p>
          <a:p>
            <a:r>
              <a:t>• Product launch: Analytics Pro tier</a:t>
            </a:r>
          </a:p>
          <a:p>
            <a:r>
              <a:t>• Hiring: 15 engineering, 8 sales</a:t>
            </a:r>
          </a:p>
          <a:p>
            <a:r>
              <a:t>• Series B fundraise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